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100584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74"/>
  </p:normalViewPr>
  <p:slideViewPr>
    <p:cSldViewPr snapToGrid="0">
      <p:cViewPr varScale="1">
        <p:scale>
          <a:sx n="90" d="100"/>
          <a:sy n="90" d="100"/>
        </p:scale>
        <p:origin x="192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1"/>
            <a:ext cx="8549640" cy="2705947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920" indent="0" algn="ctr">
              <a:buNone/>
              <a:defRPr sz="2200"/>
            </a:lvl2pPr>
            <a:lvl3pPr marL="1005840" indent="0" algn="ctr">
              <a:buNone/>
              <a:defRPr sz="1980"/>
            </a:lvl3pPr>
            <a:lvl4pPr marL="1508760" indent="0" algn="ctr">
              <a:buNone/>
              <a:defRPr sz="1760"/>
            </a:lvl4pPr>
            <a:lvl5pPr marL="2011680" indent="0" algn="ctr">
              <a:buNone/>
              <a:defRPr sz="1760"/>
            </a:lvl5pPr>
            <a:lvl6pPr marL="2514600" indent="0" algn="ctr">
              <a:buNone/>
              <a:defRPr sz="1760"/>
            </a:lvl6pPr>
            <a:lvl7pPr marL="3017520" indent="0" algn="ctr">
              <a:buNone/>
              <a:defRPr sz="1760"/>
            </a:lvl7pPr>
            <a:lvl8pPr marL="3520440" indent="0" algn="ctr">
              <a:buNone/>
              <a:defRPr sz="1760"/>
            </a:lvl8pPr>
            <a:lvl9pPr marL="4023360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9E625-401A-3743-BB53-FBBE7A783600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C2B0-804D-F54A-ACBC-383FEF2567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766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9E625-401A-3743-BB53-FBBE7A783600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C2B0-804D-F54A-ACBC-383FEF2567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064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>
                    <a:tint val="82000"/>
                  </a:schemeClr>
                </a:solidFill>
              </a:defRPr>
            </a:lvl1pPr>
            <a:lvl2pPr marL="502920" indent="0">
              <a:buNone/>
              <a:defRPr sz="2200">
                <a:solidFill>
                  <a:schemeClr val="tx1">
                    <a:tint val="82000"/>
                  </a:schemeClr>
                </a:solidFill>
              </a:defRPr>
            </a:lvl2pPr>
            <a:lvl3pPr marL="1005840" indent="0">
              <a:buNone/>
              <a:defRPr sz="1980">
                <a:solidFill>
                  <a:schemeClr val="tx1">
                    <a:tint val="82000"/>
                  </a:schemeClr>
                </a:solidFill>
              </a:defRPr>
            </a:lvl3pPr>
            <a:lvl4pPr marL="150876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4pPr>
            <a:lvl5pPr marL="201168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5pPr>
            <a:lvl6pPr marL="251460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6pPr>
            <a:lvl7pPr marL="301752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7pPr>
            <a:lvl8pPr marL="352044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8pPr>
            <a:lvl9pPr marL="402336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9E625-401A-3743-BB53-FBBE7A783600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C2B0-804D-F54A-ACBC-383FEF2567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765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9E625-401A-3743-BB53-FBBE7A783600}" type="datetimeFigureOut">
              <a:rPr lang="en-US" smtClean="0"/>
              <a:t>1/9/26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C2B0-804D-F54A-ACBC-383FEF2567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341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0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18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18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9E625-401A-3743-BB53-FBBE7A783600}" type="datetimeFigureOut">
              <a:rPr lang="en-US" smtClean="0"/>
              <a:t>1/9/26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C2B0-804D-F54A-ACBC-383FEF2567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604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9E625-401A-3743-BB53-FBBE7A783600}" type="datetimeFigureOut">
              <a:rPr lang="en-US" smtClean="0"/>
              <a:t>1/9/26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C2B0-804D-F54A-ACBC-383FEF2567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409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9E625-401A-3743-BB53-FBBE7A783600}" type="datetimeFigureOut">
              <a:rPr lang="en-US" smtClean="0"/>
              <a:t>1/9/26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C2B0-804D-F54A-ACBC-383FEF2567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665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20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9E625-401A-3743-BB53-FBBE7A783600}" type="datetimeFigureOut">
              <a:rPr lang="en-US" smtClean="0"/>
              <a:t>1/9/26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C2B0-804D-F54A-ACBC-383FEF2567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226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20"/>
            </a:lvl1pPr>
            <a:lvl2pPr marL="502920" indent="0">
              <a:buNone/>
              <a:defRPr sz="3080"/>
            </a:lvl2pPr>
            <a:lvl3pPr marL="1005840" indent="0">
              <a:buNone/>
              <a:defRPr sz="2640"/>
            </a:lvl3pPr>
            <a:lvl4pPr marL="1508760" indent="0">
              <a:buNone/>
              <a:defRPr sz="2200"/>
            </a:lvl4pPr>
            <a:lvl5pPr marL="2011680" indent="0">
              <a:buNone/>
              <a:defRPr sz="2200"/>
            </a:lvl5pPr>
            <a:lvl6pPr marL="2514600" indent="0">
              <a:buNone/>
              <a:defRPr sz="2200"/>
            </a:lvl6pPr>
            <a:lvl7pPr marL="3017520" indent="0">
              <a:buNone/>
              <a:defRPr sz="2200"/>
            </a:lvl7pPr>
            <a:lvl8pPr marL="3520440" indent="0">
              <a:buNone/>
              <a:defRPr sz="2200"/>
            </a:lvl8pPr>
            <a:lvl9pPr marL="4023360" indent="0">
              <a:buNone/>
              <a:defRPr sz="2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9E625-401A-3743-BB53-FBBE7A783600}" type="datetimeFigureOut">
              <a:rPr lang="en-US" smtClean="0"/>
              <a:t>1/9/26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C2B0-804D-F54A-ACBC-383FEF2567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084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9E625-401A-3743-BB53-FBBE7A783600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C2B0-804D-F54A-ACBC-383FEF2567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064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3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9E625-401A-3743-BB53-FBBE7A783600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C2B0-804D-F54A-ACBC-383FEF2567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169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0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89E625-401A-3743-BB53-FBBE7A783600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69C2B0-804D-F54A-ACBC-383FEF2567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000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A4D44E0-1916-FACB-56D1-3E88FA3AA0DB}"/>
              </a:ext>
            </a:extLst>
          </p:cNvPr>
          <p:cNvSpPr/>
          <p:nvPr/>
        </p:nvSpPr>
        <p:spPr>
          <a:xfrm>
            <a:off x="885825" y="757238"/>
            <a:ext cx="1171575" cy="11287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4AB8B1-1BC9-3A16-B135-394A8C4F95D7}"/>
              </a:ext>
            </a:extLst>
          </p:cNvPr>
          <p:cNvSpPr/>
          <p:nvPr/>
        </p:nvSpPr>
        <p:spPr>
          <a:xfrm>
            <a:off x="1038225" y="909638"/>
            <a:ext cx="1171575" cy="11287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E852DC-3711-1FDB-4566-E7DD040E47EC}"/>
              </a:ext>
            </a:extLst>
          </p:cNvPr>
          <p:cNvSpPr/>
          <p:nvPr/>
        </p:nvSpPr>
        <p:spPr>
          <a:xfrm>
            <a:off x="1190625" y="1062038"/>
            <a:ext cx="1171575" cy="11287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37B002-53CD-97AF-6701-80CE2DDFF306}"/>
              </a:ext>
            </a:extLst>
          </p:cNvPr>
          <p:cNvSpPr/>
          <p:nvPr/>
        </p:nvSpPr>
        <p:spPr>
          <a:xfrm>
            <a:off x="1343025" y="1214438"/>
            <a:ext cx="1171575" cy="11287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30B3A2-8DF0-0A81-0779-11812FCB5390}"/>
              </a:ext>
            </a:extLst>
          </p:cNvPr>
          <p:cNvSpPr/>
          <p:nvPr/>
        </p:nvSpPr>
        <p:spPr>
          <a:xfrm>
            <a:off x="1495425" y="1366838"/>
            <a:ext cx="1171575" cy="11287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D7C1EE-FEBF-8EA5-9010-472CC8591561}"/>
              </a:ext>
            </a:extLst>
          </p:cNvPr>
          <p:cNvSpPr/>
          <p:nvPr/>
        </p:nvSpPr>
        <p:spPr>
          <a:xfrm>
            <a:off x="1647825" y="1519238"/>
            <a:ext cx="1171575" cy="11287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3A4AE1-D4ED-E307-1F76-F8AB5F30014F}"/>
              </a:ext>
            </a:extLst>
          </p:cNvPr>
          <p:cNvSpPr/>
          <p:nvPr/>
        </p:nvSpPr>
        <p:spPr>
          <a:xfrm>
            <a:off x="1800225" y="1671638"/>
            <a:ext cx="1171575" cy="11287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E1D3F9F-C51A-77E1-71A3-BB6526ABA610}"/>
              </a:ext>
            </a:extLst>
          </p:cNvPr>
          <p:cNvSpPr/>
          <p:nvPr/>
        </p:nvSpPr>
        <p:spPr>
          <a:xfrm>
            <a:off x="8324848" y="6062662"/>
            <a:ext cx="1171575" cy="11287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161A9C-ABE4-F8EB-421C-84CCC3AF9031}"/>
              </a:ext>
            </a:extLst>
          </p:cNvPr>
          <p:cNvSpPr/>
          <p:nvPr/>
        </p:nvSpPr>
        <p:spPr>
          <a:xfrm>
            <a:off x="2209798" y="6100762"/>
            <a:ext cx="1171575" cy="11287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41F9A25-9309-DB31-4722-30E7439C04B5}"/>
              </a:ext>
            </a:extLst>
          </p:cNvPr>
          <p:cNvSpPr/>
          <p:nvPr/>
        </p:nvSpPr>
        <p:spPr>
          <a:xfrm>
            <a:off x="2209800" y="4881563"/>
            <a:ext cx="1171575" cy="11287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AE6789C-691A-668B-84DC-F3257E811754}"/>
              </a:ext>
            </a:extLst>
          </p:cNvPr>
          <p:cNvSpPr/>
          <p:nvPr/>
        </p:nvSpPr>
        <p:spPr>
          <a:xfrm>
            <a:off x="2233612" y="3709987"/>
            <a:ext cx="1171575" cy="11287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2AD51BC-322D-CDC1-04A3-BCDB75565965}"/>
              </a:ext>
            </a:extLst>
          </p:cNvPr>
          <p:cNvSpPr/>
          <p:nvPr/>
        </p:nvSpPr>
        <p:spPr>
          <a:xfrm>
            <a:off x="3452809" y="3709987"/>
            <a:ext cx="1171575" cy="11287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91C6004-8FB0-2C0A-1882-FC83AA2027D2}"/>
              </a:ext>
            </a:extLst>
          </p:cNvPr>
          <p:cNvSpPr/>
          <p:nvPr/>
        </p:nvSpPr>
        <p:spPr>
          <a:xfrm>
            <a:off x="4676773" y="3709987"/>
            <a:ext cx="1171575" cy="11287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050F1C8-D34E-BADA-55AC-C1FEEAC1A929}"/>
              </a:ext>
            </a:extLst>
          </p:cNvPr>
          <p:cNvSpPr/>
          <p:nvPr/>
        </p:nvSpPr>
        <p:spPr>
          <a:xfrm>
            <a:off x="5934074" y="3714750"/>
            <a:ext cx="1171575" cy="11287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F246983-D5F2-EDF0-1B4A-DCA14D606504}"/>
              </a:ext>
            </a:extLst>
          </p:cNvPr>
          <p:cNvSpPr/>
          <p:nvPr/>
        </p:nvSpPr>
        <p:spPr>
          <a:xfrm>
            <a:off x="7153274" y="3714750"/>
            <a:ext cx="1171575" cy="11287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883531E-A558-4CC5-8C53-72682A97A6D7}"/>
              </a:ext>
            </a:extLst>
          </p:cNvPr>
          <p:cNvSpPr/>
          <p:nvPr/>
        </p:nvSpPr>
        <p:spPr>
          <a:xfrm>
            <a:off x="8324849" y="3714750"/>
            <a:ext cx="1171575" cy="11287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AD2EE96-7710-01E2-8F6C-6D5F4C3FCF5C}"/>
              </a:ext>
            </a:extLst>
          </p:cNvPr>
          <p:cNvSpPr/>
          <p:nvPr/>
        </p:nvSpPr>
        <p:spPr>
          <a:xfrm>
            <a:off x="8324850" y="4881563"/>
            <a:ext cx="1171575" cy="11287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6419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Cam Ragland</dc:creator>
  <cp:lastModifiedBy>Cam Ragland</cp:lastModifiedBy>
  <cp:revision>1</cp:revision>
  <dcterms:created xsi:type="dcterms:W3CDTF">2026-01-09T15:43:23Z</dcterms:created>
  <dcterms:modified xsi:type="dcterms:W3CDTF">2026-01-09T15:47:31Z</dcterms:modified>
</cp:coreProperties>
</file>